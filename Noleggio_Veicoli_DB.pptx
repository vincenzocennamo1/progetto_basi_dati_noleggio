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 titolo – presentare il progetto e il contesto del corso.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Descrivere l'obiettivo generale del sistema e le 8 funzionalità principali.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Illustrare gli obiettivi del sistema e le entità individuate nell'analisi dei requisiti.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Elencare le informazioni da memorizzare per ciascuna entità.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Presentare il modello ER iniziale con le due generalizzazioni. Spiegare che nella fase successiva verranno risolte.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Spiegare le tre strategie di risoluzione della generalizzazione Utente e motivare la scelta adottata.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Motivare il collasso delle sottoclassi Veicolo nella superclasse. Evidenziare attributi comuni.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Presentare il modello ER finale. Enfatizzare la semplificazione rispetto al modello iniziale.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Presentare le 5 tabelle del modello relazionale con chiavi primarie, attributi e vincoli.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Presentare tutti i vincoli tra le entità. Soffermarsi sulla cardinalità delle relazioni.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Descrivere il pattern MVT di Django e come le funzionalità sono distribuite tra i tre livelli.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Descrivere le 5 schermate principali dell'interfaccia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Descrivere i tre meccanismi di sicurezza implementati: autenticazione, sessioni e integrità.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finale. Riassumere le fasi completate e il valore del progetto.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DI BASI DI DATI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per la Gestione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un Servizio di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Noleggio Veicoli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2011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576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Studente: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Vincenzo Cennamo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Accademico: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Introduzione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è stato progettato per digitalizzare tutte le operazioni di un'azienda di noleggio veicoli, seguendo le principali metodologie di progettazione delle basi di dati: dall'analisi dei requisiti fino al modello logico e all'applicazione web.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91440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73168" y="1115568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38928" y="1051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Registrazione e gestione utenti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49440" y="91440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59168" y="1115568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4928" y="1051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personale addetto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73168" y="1938528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874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veicoli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49440" y="173736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59168" y="1938528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928" y="18745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prenotazioni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56032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2761488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2697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cauzioni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256032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59168" y="2761488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2697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Generazione contratti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38328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73168" y="3584448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3520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stato veicoli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0" y="3383280"/>
            <a:ext cx="2148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59168" y="3584448"/>
            <a:ext cx="292608" cy="29260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4928" y="3520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attività staff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Studio di Fattibilità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Obiettivo del Sistema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Registrare gli utenti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Distinguere personale da utenti normali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Gestire le informazioni sui veicoli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Effettuare prenotazioni online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Generare contratti di noleggio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Monitorare pagamenti e cauzioni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Controllare disponibilità veicoli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Entità principali individuate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42646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Utenti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2029968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848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688336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743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Veicoli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63440" y="3346704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4015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Prenotazioni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63440" y="4005072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405993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Contratti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Analisi dei Requisiti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600200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Utenti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417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username, password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cognome, telefono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 utente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03120" y="91440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03120" y="914400"/>
            <a:ext cx="160020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9144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94560" y="1508760"/>
            <a:ext cx="1417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ruolo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Stipendio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91440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31920" y="914400"/>
            <a:ext cx="1600200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9144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Veicoli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1508760"/>
            <a:ext cx="1417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marca, modello, targa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giornaliero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di disponibilità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91440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914400"/>
            <a:ext cx="1600200" cy="5303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9144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Prenotazioni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52160" y="1508760"/>
            <a:ext cx="1417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inizio/fine, costo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di ritiro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Cauzione, stato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91440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914400"/>
            <a:ext cx="1600200" cy="5303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91440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Contratti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1508760"/>
            <a:ext cx="1417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stipula, importo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totale, saldo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cauzione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1508760"/>
            <a:ext cx="1417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username, password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cognome, telefono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 utente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94560" y="1508760"/>
            <a:ext cx="1417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ruolo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Stipendio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23360" y="1508760"/>
            <a:ext cx="1417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marca, modello, targa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giornaliero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di disponibilità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52160" y="1508760"/>
            <a:ext cx="1417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inizio/fine, costo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di ritiro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Cauzione, stato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80960" y="1508760"/>
            <a:ext cx="141732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stipula, importo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totale, saldo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cauzione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Progettazione Concettuale – Modello E/R Iniziale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modello E/R iniziale include due generalizzazioni principali: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0" cy="3474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194560"/>
            <a:ext cx="1371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2194560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194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19456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945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08760" y="2194560"/>
            <a:ext cx="822960" cy="41148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219456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1371600"/>
            <a:ext cx="1463040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37160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VEICOLO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1847088"/>
            <a:ext cx="0" cy="34747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2194560"/>
            <a:ext cx="18288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19456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2194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3240" y="2194560"/>
            <a:ext cx="777240" cy="41148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219456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Scooter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0" y="214884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21488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214884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21488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54480" y="1463040"/>
            <a:ext cx="10972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5448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Effettua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1463040"/>
            <a:ext cx="10972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340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Riguarda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1463040"/>
            <a:ext cx="10972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1463040"/>
            <a:ext cx="10972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03520" y="1188720"/>
            <a:ext cx="1691640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1188720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40880" y="1188720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118872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37360" y="1673352"/>
            <a:ext cx="73152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51760" y="1673352"/>
            <a:ext cx="2651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06240" y="1673352"/>
            <a:ext cx="10972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3680" y="1673352"/>
            <a:ext cx="4572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95360" y="1673352"/>
            <a:ext cx="1828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2834640"/>
            <a:ext cx="8595360" cy="896112"/>
          </a:xfrm>
          <a:prstGeom prst="roundRect">
            <a:avLst>
              <a:gd name="adj" fmla="val 8163"/>
            </a:avLst>
          </a:prstGeom>
          <a:solidFill>
            <a:srgbClr val="FFF8E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8036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Il modello iniziale presenta due generalizzazioni (Utente e Veicolo) che aumentano la complessità dello schema. Nella fase successiva verranno risolte.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Generalizzazione dell'entità Utente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2004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Strategia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Tutto nelle Figlie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Vantaggi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Elevata specializzazione;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molto espressivo.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Svantaggi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tabelle;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più complesse.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96012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94760" y="960120"/>
            <a:ext cx="32004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9601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Strategia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Tutto nel Padre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1645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Vantaggi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965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Semplicità;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delle JOIN.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31920" y="2697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Svantaggi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30175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Minore rappresentazione semantica.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23760" y="960120"/>
            <a:ext cx="1691640" cy="3383280"/>
          </a:xfrm>
          <a:prstGeom prst="roundRect">
            <a:avLst>
              <a:gd name="adj" fmla="val 54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0058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Scelta Adottata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1600200"/>
            <a:ext cx="1600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Soluzione intermedia: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Cliente e Admin → accorpati in UTENTE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Staff → mantenuto separato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Motivo: ruolo e stipendio sono attributi specifici dello Staff.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Generalizzazione dell'entità Veicolo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200400" cy="5943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Strategia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Tutto nelle Figlie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Vantaggi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Specializzazione elevata.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Svantaggi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complesso e articolato.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96012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94760" y="960120"/>
            <a:ext cx="320040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9601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Strategia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Collasso nel Padre 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1645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Vantaggi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965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semplificato;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più efficienti;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unificata.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31920" y="2788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Svantaggi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3108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Presenza di attributi opzionali.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23760" y="960120"/>
            <a:ext cx="1691640" cy="3383280"/>
          </a:xfrm>
          <a:prstGeom prst="roundRect">
            <a:avLst>
              <a:gd name="adj" fmla="val 540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00584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Ottenuti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1600200"/>
            <a:ext cx="1600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Auto, Scooter, Barca e Bici collassate in VEICOLO.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L'attributo tipo identifica la categoria.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 comuni (marca, modello, colore, targa) centralizzati.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Modello E/R Finale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0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01168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UTENTE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3200400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20040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011680"/>
            <a:ext cx="1828800" cy="530352"/>
          </a:xfrm>
          <a:prstGeom prst="roundRect">
            <a:avLst>
              <a:gd name="adj" fmla="val 1206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201168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PRENOTAZIONE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1168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VEICOLO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200400"/>
            <a:ext cx="1554480" cy="530352"/>
          </a:xfrm>
          <a:prstGeom prst="roundRect">
            <a:avLst>
              <a:gd name="adj" fmla="val 1206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20040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2121408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21214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Effettua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74920" y="2121408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12140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Riguarda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2971800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9718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310128"/>
            <a:ext cx="109728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331012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2331720"/>
            <a:ext cx="45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233172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4480" y="233172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2331720"/>
            <a:ext cx="-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2542032"/>
            <a:ext cx="0" cy="4297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465576"/>
            <a:ext cx="-32918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3465576"/>
            <a:ext cx="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92224" y="21488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0" y="21488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10912" y="21488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44768" y="214884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29718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44768" y="310896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828800" y="333756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926080" y="333756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entità principali · 4 relazioni · Generalizzazioni risolte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Progettazione Logica – Schema Relazionale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144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id_utente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nome_utente(U), password, mail(U), cognome, telefono, tipo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9144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984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id_staff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155448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ruolo, stipendio &gt; 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42062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402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VEICOLO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6243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id_veicolo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modello, colore, targa(U), cambio, cabrio, cilindrata, batteria, lunghezza, tipo, stato, prezzo_giorno &gt; 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2402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6243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id_prenotazione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288036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data_inizio, data_fine, stato, costo_previsto, cauzione_richiesta, tipo_ritiro, indirizzo_ritiro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FK→Utente, FK→Veicolo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68880" y="356616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68880" y="3566160"/>
            <a:ext cx="42062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356616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9502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id_contratto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60320" y="42062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data_stipula, importo, costo_totale, saldo_importo, saldo_stato, cauzione_stato, data_pagamento_cauzione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FK→Prenotazione, FK→Staff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Vincoli Interrelazionali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33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 → Prenotazione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34416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441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645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utente può effettuare più prenotazioni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033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 → Utente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55848" y="134416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3441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55848" y="1645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prenotazione appartiene ad un solo utente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033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 → Veicolo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27648" y="134416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3441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27648" y="1645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prenotazione riguarda un solo veicolo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33172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24048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Veicolo → Prenotazione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271576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7157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30175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veicolo può essere associato a più prenotazioni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33172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55848" y="24048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Prenotazione → Contratto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55848" y="271576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7157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0..1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30175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prenotazione genera al massimo un contratto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33172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27648" y="24048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Contratto → Prenotazione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27648" y="271576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7157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27648" y="30175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contratto deriva da una sola prenotazione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70332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84048" y="37764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→ Contratto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4048" y="408736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0873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4048" y="4389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membro dello staff può gestire più contratti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46120" y="370332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355848" y="37764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Contratto → Staff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55848" y="408736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0D737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55848" y="40873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1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355848" y="4389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contratto è gestito da un solo membro dello staff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3703320"/>
            <a:ext cx="278892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27648" y="37764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Contratto → Veicolo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27648" y="4087368"/>
            <a:ext cx="685800" cy="256032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4087368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27648" y="43891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contratto deve riferirsi ad un veicolo esistente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Implementazione del Sistema – Django MVT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(Dati &amp; DB)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Entità ORM: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Utente, Staff,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Veicolo, Prenotazione,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60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(Logica)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prenotazioni,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Contratti, Staff,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0760" y="9601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96012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960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(UI)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Catalogo,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veicoli,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Contratti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71800" y="2331720"/>
            <a:ext cx="54864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331720"/>
            <a:ext cx="54864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Schermate dell'Applicazione Web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– Login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2587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con username e password. Possibilità di registrare un nuovo account.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8892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– Catalogo Veicoli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55848" y="1371600"/>
            <a:ext cx="2587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Visualizzazione completa dei mezzi con filtri per marca, tipo e disponibilità.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788920" cy="365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960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– Dashboard Admin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27648" y="1371600"/>
            <a:ext cx="2587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Pannello di controllo: veicoli, clienti, prenotazioni e pagamenti.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0" y="292608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45920" y="2926080"/>
            <a:ext cx="27889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19072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– Gestione Veicoli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55648" y="3337560"/>
            <a:ext cx="2587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e aggiornamento dei veicoli. Rispecchia l'entità Veicolo del modello logico.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2788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26080"/>
            <a:ext cx="27889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9260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– Gestione Contratti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64608" y="3337560"/>
            <a:ext cx="2587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Formalizzazione prenotazioni con dati economici, cauzione e storico operazioni.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Sicurezza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188720"/>
            <a:ext cx="868680" cy="8686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188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Autenticazione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67004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utenti accedono mediante username e password verificate dal sistema.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188720"/>
            <a:ext cx="868680" cy="8686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188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Gestione Sessioni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267004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sessioni mantengono lo stato di autenticazione tra le pagine dell'applicazione.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697480" cy="34747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1188720"/>
            <a:ext cx="868680" cy="8686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1188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Integrità dei Dati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2670048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vincoli definiti nel modello logico garantiscono la coerenza delle informazioni memorizzate.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Conclusioni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Risultati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Raggiunti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11480" cy="41148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213055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completa dei requisiti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79192"/>
            <a:ext cx="411480" cy="41148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79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270662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concettuale E/R con generalizzazioni risolte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255264"/>
            <a:ext cx="411480" cy="41148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552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328269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relazionale normalizzato con 5 tabelle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411480" cy="41148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313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38587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Applicazione web Django con interfaccia intuitiva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4407408"/>
            <a:ext cx="411480" cy="411480"/>
          </a:xfrm>
          <a:prstGeom prst="roundRect">
            <a:avLst>
              <a:gd name="adj" fmla="val 8889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07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44348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Meccanismi di sicurezza e integrità dei dati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4B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Vincenzo Cennamo · A.A.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per la Gestione di un Servizio di Noleggio Veicoli</dc:title>
  <dc:subject>PptxGenJS Presentation</dc:subject>
  <dc:creator>Vincenzo Cennamo</dc:creator>
  <cp:lastModifiedBy>Vincenzo Cennamo</cp:lastModifiedBy>
  <cp:revision>1</cp:revision>
  <dcterms:created xsi:type="dcterms:W3CDTF">2026-06-17T10:51:22Z</dcterms:created>
  <dcterms:modified xsi:type="dcterms:W3CDTF">2026-06-17T10:51:22Z</dcterms:modified>
</cp:coreProperties>
</file>